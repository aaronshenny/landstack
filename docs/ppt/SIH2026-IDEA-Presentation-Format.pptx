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931" y="29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136" y="1500"/>
            <a:ext cx="1709799" cy="8073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7752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Aaron Shenny</cp:lastModifiedBy>
  <cp:revision>149</cp:revision>
  <dcterms:created xsi:type="dcterms:W3CDTF">2013-12-12T18:46:50Z</dcterms:created>
  <dcterms:modified xsi:type="dcterms:W3CDTF">2026-09-05T20:18:30Z</dcterms:modified>
  <cp:category/>
</cp:coreProperties>
</file>